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microsoft.com/office/2020/02/relationships/classificationlabels" Target="docMetadata/LabelInfo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6858000" cy="9144000"/>
  <p:embeddedFontLst>
    <p:embeddedFont>
      <p:font typeface="Lora" panose="020F0502020204030204" pitchFamily="2" charset="0"/>
      <p:regular r:id="rId6"/>
      <p:bold r:id="rId7"/>
      <p:italic r:id="rId8"/>
      <p:boldItalic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990" y="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viewProps" Target="viewProps.xml"/><Relationship Id="rId5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linda Garren" userId="61c33bd6-118b-44f6-82fe-14b97eb6091e" providerId="ADAL" clId="{4E84933E-3078-4CC0-ADCE-C7196E3182CD}"/>
    <pc:docChg chg="modSld">
      <pc:chgData name="Melinda Garren" userId="61c33bd6-118b-44f6-82fe-14b97eb6091e" providerId="ADAL" clId="{4E84933E-3078-4CC0-ADCE-C7196E3182CD}" dt="2026-07-02T14:13:26.775" v="1" actId="20577"/>
      <pc:docMkLst>
        <pc:docMk/>
      </pc:docMkLst>
      <pc:sldChg chg="modSp mod">
        <pc:chgData name="Melinda Garren" userId="61c33bd6-118b-44f6-82fe-14b97eb6091e" providerId="ADAL" clId="{4E84933E-3078-4CC0-ADCE-C7196E3182CD}" dt="2026-07-02T14:13:26.775" v="1" actId="20577"/>
        <pc:sldMkLst>
          <pc:docMk/>
          <pc:sldMk cId="0" sldId="256"/>
        </pc:sldMkLst>
        <pc:spChg chg="mod">
          <ac:chgData name="Melinda Garren" userId="61c33bd6-118b-44f6-82fe-14b97eb6091e" providerId="ADAL" clId="{4E84933E-3078-4CC0-ADCE-C7196E3182CD}" dt="2026-07-02T14:13:26.775" v="1" actId="20577"/>
          <ac:spMkLst>
            <pc:docMk/>
            <pc:sldMk cId="0" sldId="256"/>
            <ac:spMk id="5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052a05d3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052a05d3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052a05d3b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f052a05d3b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674EA7"/>
            </a:gs>
            <a:gs pos="100000">
              <a:srgbClr val="113D8A"/>
            </a:gs>
          </a:gsLst>
          <a:lin ang="5400012" scaled="0"/>
        </a:gra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1941300" y="322675"/>
            <a:ext cx="5715000" cy="113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u="sng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Triad Activities </a:t>
            </a:r>
            <a:endParaRPr sz="6000" u="sng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298500" y="1690550"/>
            <a:ext cx="8547000" cy="8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Triad Activities is a local activity and booking platform designed for the Piedmont Triad Area. 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1211850" y="2571750"/>
            <a:ext cx="6720300" cy="88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Our goal is to create an easy user friendly platform where users can discover and book local activities.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076D2"/>
            </a:gs>
            <a:gs pos="100000">
              <a:srgbClr val="093053"/>
            </a:gs>
          </a:gsLst>
          <a:lin ang="5400012" scaled="0"/>
        </a:gra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 u="sng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Customer Functionalities</a:t>
            </a:r>
            <a:endParaRPr sz="3020" u="sng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186775" y="1017725"/>
            <a:ext cx="6220500" cy="3870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and manage customer interest profile</a:t>
            </a:r>
            <a:endParaRPr sz="21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1950" algn="l" rtl="0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Times New Roman"/>
              <a:buChar char="●"/>
            </a:pPr>
            <a:r>
              <a:rPr lang="en" sz="2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 to Profile page</a:t>
            </a:r>
            <a:endParaRPr sz="21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Register for events through the booking tab</a:t>
            </a:r>
            <a:endParaRPr sz="21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1950" algn="l" rtl="0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Times New Roman"/>
              <a:buChar char="●"/>
            </a:pPr>
            <a:r>
              <a:rPr lang="en" sz="2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Customer head to the View Detail</a:t>
            </a:r>
            <a:endParaRPr sz="21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Times New Roman"/>
              <a:buChar char="●"/>
            </a:pPr>
            <a:r>
              <a:rPr lang="en" sz="2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Booking is added to My Plans after confirmation </a:t>
            </a:r>
            <a:endParaRPr sz="21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Customer has a cancelations or manage a booking</a:t>
            </a:r>
            <a:endParaRPr sz="21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1950" algn="l" rtl="0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Times New Roman"/>
              <a:buChar char="●"/>
            </a:pPr>
            <a:r>
              <a:rPr lang="en" sz="2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 or cancel events through the My Plans tab</a:t>
            </a:r>
            <a:endParaRPr sz="21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674EA7"/>
            </a:gs>
            <a:gs pos="100000">
              <a:srgbClr val="093053"/>
            </a:gs>
          </a:gsLst>
          <a:lin ang="5400012" scaled="0"/>
        </a:gra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Provider Functionalities</a:t>
            </a:r>
            <a:endParaRPr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00" y="1090025"/>
            <a:ext cx="8554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Create, manage, and delete business accounts</a:t>
            </a:r>
            <a:endParaRPr sz="24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and manage events</a:t>
            </a:r>
            <a:endParaRPr sz="24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 metrics</a:t>
            </a:r>
            <a:endParaRPr sz="24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Reply to customer reviews</a:t>
            </a:r>
            <a:endParaRPr sz="24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a2761ec8-7198-4440-bea0-e9dd2af28b51}" enabled="1" method="Standard" siteId="{73e15cf5-5dbb-46af-a862-753916269d7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</Words>
  <Application>Microsoft Office PowerPoint</Application>
  <PresentationFormat>On-screen Show (16:9)</PresentationFormat>
  <Paragraphs>16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Lora</vt:lpstr>
      <vt:lpstr>Times New Roman</vt:lpstr>
      <vt:lpstr>Arial</vt:lpstr>
      <vt:lpstr>Simple Light</vt:lpstr>
      <vt:lpstr>Triad Activities </vt:lpstr>
      <vt:lpstr>Customer Functionalities</vt:lpstr>
      <vt:lpstr>Provider Functionalities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Melinda Garren</cp:lastModifiedBy>
  <cp:revision>1</cp:revision>
  <dcterms:modified xsi:type="dcterms:W3CDTF">2026-07-02T14:13:28Z</dcterms:modified>
</cp:coreProperties>
</file>