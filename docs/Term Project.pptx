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embeddedFontLst>
    <p:embeddedFont>
      <p:font typeface="Lora"/>
      <p:regular r:id="rId9"/>
      <p:bold r:id="rId10"/>
      <p:italic r:id="rId11"/>
      <p:boldItalic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font" Target="fonts/Lora-italic.fntdata"/><Relationship Id="rId10" Type="http://schemas.openxmlformats.org/officeDocument/2006/relationships/font" Target="fonts/Lora-bold.fntdata"/><Relationship Id="rId12" Type="http://schemas.openxmlformats.org/officeDocument/2006/relationships/font" Target="fonts/Lora-boldItalic.fntdata"/><Relationship Id="rId9" Type="http://schemas.openxmlformats.org/officeDocument/2006/relationships/font" Target="fonts/Lora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052a05d3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052a05d3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f052a05d3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f052a05d3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674EA7"/>
            </a:gs>
            <a:gs pos="100000">
              <a:srgbClr val="113D8A"/>
            </a:gs>
          </a:gsLst>
          <a:lin ang="5400012" scaled="0"/>
        </a:gra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941300" y="322675"/>
            <a:ext cx="5715000" cy="1139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u="sng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Triad </a:t>
            </a:r>
            <a:r>
              <a:rPr lang="en" sz="6000" u="sng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Activities</a:t>
            </a:r>
            <a:r>
              <a:rPr lang="en" sz="6000" u="sng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6000" u="sng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298500" y="1690550"/>
            <a:ext cx="8547000" cy="80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Triad Activities is a local activity and booking platform designed for the piedmont Triad Area.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1211850" y="2571750"/>
            <a:ext cx="6720300" cy="88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Our goal is to create an easy user friendly platform where users can discover and book local </a:t>
            </a:r>
            <a:r>
              <a:rPr lang="en">
                <a:solidFill>
                  <a:schemeClr val="lt1"/>
                </a:solidFill>
              </a:rPr>
              <a:t>activities.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076D2"/>
            </a:gs>
            <a:gs pos="100000">
              <a:srgbClr val="093053"/>
            </a:gs>
          </a:gsLst>
          <a:lin ang="5400012" scaled="0"/>
        </a:gra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020" u="sng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Customer Functionalities</a:t>
            </a:r>
            <a:endParaRPr sz="3020" u="sng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186775" y="1017725"/>
            <a:ext cx="6220500" cy="38703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 and manage customer interest profile</a:t>
            </a:r>
            <a:endParaRPr sz="21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rtl="0" algn="l"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Times New Roman"/>
              <a:buChar char="●"/>
            </a:pP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 to Profile page</a:t>
            </a:r>
            <a:endParaRPr sz="21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Register for events through the booking tab</a:t>
            </a:r>
            <a:endParaRPr sz="21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rtl="0" algn="l"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Times New Roman"/>
              <a:buChar char="●"/>
            </a:pP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head to the View Detail</a:t>
            </a:r>
            <a:endParaRPr sz="21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Times New Roman"/>
              <a:buChar char="●"/>
            </a:pP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Booking is added to My Plans after </a:t>
            </a: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confirmation</a:t>
            </a: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1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has a cancelations or manage a booking</a:t>
            </a:r>
            <a:endParaRPr sz="21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rtl="0" algn="l"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Times New Roman"/>
              <a:buChar char="●"/>
            </a:pPr>
            <a:r>
              <a:rPr lang="en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Manage or cancel events through the My Plans tab</a:t>
            </a:r>
            <a:endParaRPr sz="21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674EA7"/>
            </a:gs>
            <a:gs pos="100000">
              <a:srgbClr val="093053"/>
            </a:gs>
          </a:gsLst>
          <a:lin ang="5400012" scaled="0"/>
        </a:gra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Provider Functionalities</a:t>
            </a:r>
            <a:endParaRPr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090025"/>
            <a:ext cx="8554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Create, manage, and delete business accounts</a:t>
            </a:r>
            <a:endParaRPr sz="24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 and manage events</a:t>
            </a:r>
            <a:endParaRPr sz="24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Review metrics</a:t>
            </a:r>
            <a:endParaRPr sz="24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Reply to customer reviews</a:t>
            </a:r>
            <a:endParaRPr sz="24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